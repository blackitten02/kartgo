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572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Interview Preparation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65760" y="1691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Resume Analysis System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2331720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Department of Information Technology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SGGS Institute of Engineering &amp; Technology, Nanded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Shravani Kharwadkar (2024BIT029)  |  Nandini Chintewad (2024BIT031)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Ms. Surekha Chalnewad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7957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56232"/>
            <a:ext cx="4114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9842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60904"/>
            <a:ext cx="4114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9806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6557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65576"/>
            <a:ext cx="4114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0273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5935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 &amp; ATS Analysis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05156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051560"/>
            <a:ext cx="4114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887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17957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Interview Screening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85623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856232"/>
            <a:ext cx="4114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99339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19842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Module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66090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660904"/>
            <a:ext cx="4114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79806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27889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Uniqueness &amp; Future Scope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23360" cy="16916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1612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61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Rejection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632" y="158191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don't know how ATS works — resumes get filtered before any recruiter sees them.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023360" cy="16916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6012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16128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161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Practice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19472" y="158191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interviews are rare, informal, and don't provide consistent, objective feedback.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" y="2880360"/>
            <a:ext cx="4023360" cy="16916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8036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08152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081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4632" y="350215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use separate platforms for resumes, aptitude, coding — no unified experience.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880360"/>
            <a:ext cx="4023360" cy="16916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8036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08152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081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Gap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19472" y="350215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practice behavioral aspects like eye contact and composure in video interviews.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6576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InterviewPro AI — A unified web platform for complete interview preparation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1417320"/>
            <a:ext cx="2651760" cy="1508760"/>
          </a:xfrm>
          <a:prstGeom prst="rect">
            <a:avLst/>
          </a:prstGeom>
          <a:solidFill>
            <a:srgbClr val="10203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41732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6002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30352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ATS-ready resumes step-by-step with multiple templates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3552" y="1417320"/>
            <a:ext cx="2651760" cy="1508760"/>
          </a:xfrm>
          <a:prstGeom prst="rect">
            <a:avLst/>
          </a:prstGeom>
          <a:solidFill>
            <a:srgbClr val="10203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73552" y="141732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1600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67912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Job Match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438144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analysis to score and improve resume-job compatibility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81344" y="1417320"/>
            <a:ext cx="2651760" cy="1508760"/>
          </a:xfrm>
          <a:prstGeom prst="rect">
            <a:avLst/>
          </a:prstGeom>
          <a:solidFill>
            <a:srgbClr val="10203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81344" y="141732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6002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75704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Screening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345936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10-question timed test with 60% pass threshold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65760" y="3108960"/>
            <a:ext cx="2651760" cy="1508760"/>
          </a:xfrm>
          <a:prstGeom prst="rect">
            <a:avLst/>
          </a:prstGeom>
          <a:solidFill>
            <a:srgbClr val="10203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65760" y="310896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29184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30352" y="37490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programming problems to test practical skills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273552" y="3108960"/>
            <a:ext cx="2651760" cy="1508760"/>
          </a:xfrm>
          <a:prstGeom prst="rect">
            <a:avLst/>
          </a:prstGeom>
          <a:solidFill>
            <a:srgbClr val="10203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273552" y="310896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329184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67912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Interview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3438144" y="37490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round with real-time face detection for engagement tracking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6181344" y="3108960"/>
            <a:ext cx="2651760" cy="1508760"/>
          </a:xfrm>
          <a:prstGeom prst="rect">
            <a:avLst/>
          </a:prstGeom>
          <a:solidFill>
            <a:srgbClr val="10203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181344" y="310896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329184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775704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6345936" y="37490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answer-by-answer review after every level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1208" y="166420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600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Page structure &amp; semantic markup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" y="248716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423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+ Flexbox — Responsive, clean UI layout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" y="331012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2461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Timers, validation, dynamic updates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27832" y="96012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96012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10058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29000" y="166420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600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— Routing, session, APIs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248716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423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Sessions — State across interview levels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331012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2461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 — Robust data handling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35624" y="96012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35624" y="960120"/>
            <a:ext cx="269748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10058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Modules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36792" y="166420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1600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NLP — Keyword-based ATS scoring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36792" y="24871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9672" y="2423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face-api.js + TinyFaceDetector — Webcam AI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36792" y="331012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9672" y="32461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TensorFlow.js — In-browser ML inference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00000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Browser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160020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207008"/>
            <a:ext cx="1600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1188720"/>
            <a:ext cx="160020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207008"/>
            <a:ext cx="1600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Styles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0" y="1188720"/>
            <a:ext cx="160020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207008"/>
            <a:ext cx="1600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Logic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01168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9933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8229600" cy="1005840"/>
          </a:xfrm>
          <a:prstGeom prst="rect">
            <a:avLst/>
          </a:prstGeom>
          <a:solidFill>
            <a:srgbClr val="00000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86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(Python)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2423160"/>
            <a:ext cx="16002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441448"/>
            <a:ext cx="1600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APIs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423160"/>
            <a:ext cx="16002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441448"/>
            <a:ext cx="1600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2423160"/>
            <a:ext cx="16002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441448"/>
            <a:ext cx="1600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324612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32278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000000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Modules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91840" y="3657600"/>
            <a:ext cx="1600200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675888"/>
            <a:ext cx="1600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Keyword Engine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3657600"/>
            <a:ext cx="1600200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675888"/>
            <a:ext cx="1600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Question Bank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3657600"/>
            <a:ext cx="1600200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675888"/>
            <a:ext cx="1600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face-api.js (Browser)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 &amp; Templates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3931920" cy="388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 Form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3566160" cy="384048"/>
          </a:xfrm>
          <a:prstGeom prst="rect">
            <a:avLst/>
          </a:prstGeom>
          <a:solidFill>
            <a:srgbClr val="1122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53619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+ Professional Title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029968"/>
            <a:ext cx="3566160" cy="384048"/>
          </a:xfrm>
          <a:prstGeom prst="rect">
            <a:avLst/>
          </a:prstGeom>
          <a:solidFill>
            <a:srgbClr val="1122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05740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| Email | Address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551176"/>
            <a:ext cx="3566160" cy="384048"/>
          </a:xfrm>
          <a:prstGeom prst="rect">
            <a:avLst/>
          </a:prstGeom>
          <a:solidFill>
            <a:srgbClr val="1122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57860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 (Professional Summary)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072384"/>
            <a:ext cx="3566160" cy="384048"/>
          </a:xfrm>
          <a:prstGeom prst="rect">
            <a:avLst/>
          </a:prstGeom>
          <a:solidFill>
            <a:srgbClr val="1122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09981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(multiple entries)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593592"/>
            <a:ext cx="3566160" cy="384048"/>
          </a:xfrm>
          <a:prstGeom prst="rect">
            <a:avLst/>
          </a:prstGeom>
          <a:solidFill>
            <a:srgbClr val="1122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62102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 (dynamic)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4114800"/>
            <a:ext cx="3566160" cy="384048"/>
          </a:xfrm>
          <a:prstGeom prst="rect">
            <a:avLst/>
          </a:prstGeom>
          <a:solidFill>
            <a:srgbClr val="112236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1422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(add individual tags)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0" y="960120"/>
            <a:ext cx="4206240" cy="388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Professional Templates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709160" y="1508760"/>
            <a:ext cx="3931920" cy="822960"/>
          </a:xfrm>
          <a:prstGeom prst="rect">
            <a:avLst/>
          </a:prstGeom>
          <a:solidFill>
            <a:srgbClr val="1E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1572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800600" y="1901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roles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78040" y="16642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→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09160" y="2514600"/>
            <a:ext cx="3931920" cy="822960"/>
          </a:xfrm>
          <a:prstGeom prst="rect">
            <a:avLst/>
          </a:prstGeom>
          <a:solidFill>
            <a:srgbClr val="1A5C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00600" y="25786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800600" y="2907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creative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178040" y="2670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→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09160" y="3520440"/>
            <a:ext cx="3931920" cy="822960"/>
          </a:xfrm>
          <a:prstGeom prst="rect">
            <a:avLst/>
          </a:prstGeom>
          <a:solidFill>
            <a:srgbClr val="4A20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00600" y="35844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800600" y="3913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business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178040" y="36758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→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Formatted PDF download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Resume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150876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514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Word, up to 10 MB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21992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68880" y="14173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150876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Keywords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514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reads resume + job description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70832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76088" y="150876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1772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Score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2514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JD keywords found in resume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9672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6560" y="14173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24928" y="150876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24928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Keywords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514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list of keywords to add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154680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154680"/>
            <a:ext cx="164592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ATS Scoring: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" y="3611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has 20 keywords → Resume matches 14 → ATS Score = 70%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9808" y="39776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keywords shown clearly → User adds them → Score improves on next upload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406640" y="3246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36092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Score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Screening — Level 1: MCQ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8229600" cy="6949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960120"/>
            <a:ext cx="109728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0058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971800" y="1005840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from 9+ technical roles (Software Engineer, Data Analyst, Full Stack, etc.)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64792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764792"/>
            <a:ext cx="109728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810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Format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71800" y="1810512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MCQ questions with 4 options each — tailored to the selected role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569464"/>
            <a:ext cx="8229600" cy="6949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569464"/>
            <a:ext cx="109728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2615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Timer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71800" y="2615184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 session — auto-submits when timer hits zero (JavaScript)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374136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374136"/>
            <a:ext cx="109728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41985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Threshold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971800" y="3419856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score ≥ 60% to advance to Level 2 (Coding Challenge)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178808"/>
            <a:ext cx="8229600" cy="694944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178808"/>
            <a:ext cx="109728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42245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Review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971800" y="4224528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question-by-question review with correct answers shown after submission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Screening — Level 2 &amp; 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88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058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0058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Coding Challenge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" y="155448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Programming problems of varying difficulty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" y="21762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Tests fundamental coding skills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279806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Same MCQ-style grading with answer review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" y="34198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60% pass threshold to enter Level 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404164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Future: Live code execution engine planned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960120"/>
            <a:ext cx="4206240" cy="388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960120"/>
            <a:ext cx="420624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00584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02352" y="10058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 Video Interview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736592" y="155448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Webcam-enabled live interview session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736592" y="217627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face-api.js monitors user presence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736592" y="2798064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Alert if no face detected &gt; 2 seconds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736592" y="341985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Simulates real online interview conditions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736592" y="404164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All video processed in browser (privacy-safe)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Progress: MCQ  →  Coding  →  Video Interview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Module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9144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137160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371600"/>
            <a:ext cx="10972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435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91640" y="14356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face-api.js built on TensorFlow.js (runs 100% in browser)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5760" y="210312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103120"/>
            <a:ext cx="10972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691640" y="216712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TinyFaceDetector — lightweight neural network, no server calls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5760" y="283464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834640"/>
            <a:ext cx="10972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898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691640" y="289864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webcam feed every ~200ms for face presence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65760" y="356616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3566160"/>
            <a:ext cx="10972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3630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691640" y="363016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shown if no face detected for 2+ consecutive seconds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65760" y="429768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4297680"/>
            <a:ext cx="10972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4361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691640" y="436168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video data sent to server — fully client-side processing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0" y="914400"/>
            <a:ext cx="320040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0720" y="1005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760720" y="14630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Eye contact is key in real interviews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760720" y="20848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Nervous candidates often look away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760720" y="270662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Practice builds awareness of habits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760720" y="332841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Simulates real online interview stakes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760720" y="395020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Transparent — user grants webcam access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Walkthrough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92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selection + Chat/Video interview choice + Resume Suite access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692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Multi-section form → Generate formatted resume → Download as PDF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14400"/>
            <a:ext cx="26517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14400"/>
            <a:ext cx="265176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9692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Job Match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46304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 → Score against JD → See missing keywords instantly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6517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26517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8094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Level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10-question test with countdown timer → Pass/Fail with review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517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26080"/>
            <a:ext cx="265176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98094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Result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47472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score shown → Trophy + 'You Passed!' → Answer review below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926080"/>
            <a:ext cx="26517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926080"/>
            <a:ext cx="26517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98094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47472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interview stage — real-time face monitoring active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Unique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2606040" cy="1508760"/>
          </a:xfrm>
          <a:prstGeom prst="rect">
            <a:avLst/>
          </a:prstGeom>
          <a:solidFill>
            <a:srgbClr val="10203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05840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887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7552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Evaluation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30352" y="1645920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resume scoring &amp; objective interview grading — no human bias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0" y="1005840"/>
            <a:ext cx="2606040" cy="1508760"/>
          </a:xfrm>
          <a:prstGeom prst="rect">
            <a:avLst/>
          </a:prstGeom>
          <a:solidFill>
            <a:srgbClr val="10203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0" y="1005840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188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22192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Screening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364992" y="1645920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real recruitment: MCQ → Coding → Video — structured progression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035040" y="1005840"/>
            <a:ext cx="2606040" cy="1508760"/>
          </a:xfrm>
          <a:prstGeom prst="rect">
            <a:avLst/>
          </a:prstGeom>
          <a:solidFill>
            <a:srgbClr val="10203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035040" y="1005840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1887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56832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Assessment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199632" y="1645920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face-api.js monitors eye contact — goes beyond just content evaluation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1417320" y="2697480"/>
            <a:ext cx="2606040" cy="1508760"/>
          </a:xfrm>
          <a:prstGeom prst="rect">
            <a:avLst/>
          </a:prstGeom>
          <a:solidFill>
            <a:srgbClr val="10203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417320" y="2697480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912" y="288036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039112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Intelligence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581912" y="3337560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abstract advice into specific keyword data — actionable immediately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251960" y="2697480"/>
            <a:ext cx="2606040" cy="1508760"/>
          </a:xfrm>
          <a:prstGeom prst="rect">
            <a:avLst/>
          </a:prstGeom>
          <a:solidFill>
            <a:srgbClr val="102030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251960" y="2697480"/>
            <a:ext cx="26060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288036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873752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Student-First Design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416552" y="3337560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language, no-work-experience resume builder, campus placement focus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96012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4632" y="1097280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" y="10972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4712" y="10972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Interviewer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24712" y="1435608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asks follow-up questions based on user responses — dynamic, conversational interviews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9472" y="1097280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9472" y="10972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59552" y="10972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Interaction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559552" y="1435608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input + analysis of pace, clarity, and filler words (um, uh) for confident speaking habits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2350008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" y="2487168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" y="24871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24712" y="2487168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NLP (BERT/GPT)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24712" y="2825496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ATS analysis — understands 'ML' = 'machine learning', beyond exact keyword matching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2350008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919472" y="2487168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19472" y="24871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559552" y="2487168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Recording &amp; Review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559552" y="2825496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interview sessions so users can watch themselves back and identify behavioral blind spots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3739896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4632" y="3877056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" y="38770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24712" y="3877056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User Accounts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124712" y="4215384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Database-backed login to track scores over time, visualize progress graphs, and log in across devices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54880" y="3739896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919472" y="3877056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19472" y="38770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559552" y="3877056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Company-Specific Tracks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5559552" y="4215384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question sets for TCS, Infosys, Amazon, Google and other campus placement companies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32004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200400" y="256032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7432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InterviewPro AI successfully unifies resume building, ATS analysis,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multi-level interview simulation in one intelligent platform —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structured career preparation accessible to every student.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Python Flask  ·  HTML/CSS/JS  ·  face-api.js  ·  TensorFlow.js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github.com/shravani370/MP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Shravani Kharwadkar  ·  Nandini Chintewad  ·  Guide: Ms. Surekha Chalnewad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Interview Preparation and Resume Analysis System</dc:title>
  <dc:subject>PptxGenJS Presentation</dc:subject>
  <dc:creator>PptxGenJS</dc:creator>
  <cp:lastModifiedBy>PptxGenJS</cp:lastModifiedBy>
  <cp:revision>1</cp:revision>
  <dcterms:created xsi:type="dcterms:W3CDTF">2026-04-22T07:26:53Z</dcterms:created>
  <dcterms:modified xsi:type="dcterms:W3CDTF">2026-04-22T07:26:53Z</dcterms:modified>
</cp:coreProperties>
</file>